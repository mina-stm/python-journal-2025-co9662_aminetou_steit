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fr-M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F4BED2-98CA-846F-B731-508C13612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19F1076-F58E-D72A-B460-EFFB436D4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503120-E04B-5FCB-2234-54C675CC9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0CE99-DF5B-42A6-B376-9CFA9651E2BA}" type="datetimeFigureOut">
              <a:rPr lang="fr-MR" smtClean="0"/>
              <a:t>06/06/2026</a:t>
            </a:fld>
            <a:endParaRPr lang="fr-M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97562A-B195-5B97-BDF0-6D521B82E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46DAAB-123F-300D-CFE0-FE0AF940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6783-4F1C-42C6-873F-93BA5B0D8377}" type="slidenum">
              <a:rPr lang="fr-MR" smtClean="0"/>
              <a:t>‹N°›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103846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2E38F3-8B27-E9D4-F606-872C48B9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77D5C-587F-375D-FE92-146F4DCCE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778918-5100-2245-5BAA-CC6C62040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0CE99-DF5B-42A6-B376-9CFA9651E2BA}" type="datetimeFigureOut">
              <a:rPr lang="fr-MR" smtClean="0"/>
              <a:t>06/06/2026</a:t>
            </a:fld>
            <a:endParaRPr lang="fr-M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40ADAE3-B51A-BE06-4D0A-B6C879736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64FEA1-941D-4F24-9180-FCDDD155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6783-4F1C-42C6-873F-93BA5B0D8377}" type="slidenum">
              <a:rPr lang="fr-MR" smtClean="0"/>
              <a:t>‹N°›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2896702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923C1D-F6BA-EA33-06B3-255C6662E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B90770-AEF8-EC7F-5B07-C1ED27FD2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B516AE-0DDF-7229-302D-5A3C9329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0CE99-DF5B-42A6-B376-9CFA9651E2BA}" type="datetimeFigureOut">
              <a:rPr lang="fr-MR" smtClean="0"/>
              <a:t>06/06/2026</a:t>
            </a:fld>
            <a:endParaRPr lang="fr-M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0AC687-B1E6-5F90-4099-47A87312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653B94-1984-8A62-9845-589CCD56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6783-4F1C-42C6-873F-93BA5B0D8377}" type="slidenum">
              <a:rPr lang="fr-MR" smtClean="0"/>
              <a:t>‹N°›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3424136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89D0C5-43C8-9F9C-37F6-6BF79816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549DFF-18B8-D0DE-7EF3-405B38AFA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EEDB41-6461-8297-2DE6-56F42EB3E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300B21-1B89-45B3-40E7-59145F0A5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0CE99-DF5B-42A6-B376-9CFA9651E2BA}" type="datetimeFigureOut">
              <a:rPr lang="fr-MR" smtClean="0"/>
              <a:t>06/06/2026</a:t>
            </a:fld>
            <a:endParaRPr lang="fr-M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360A560-CF55-480B-1586-721EA846E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54BC2E-CB40-67EF-9183-16CD61380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6783-4F1C-42C6-873F-93BA5B0D8377}" type="slidenum">
              <a:rPr lang="fr-MR" smtClean="0"/>
              <a:t>‹N°›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2909301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A5C27D-598E-295B-0086-01462C062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24181C-EDB3-B5F1-F7E3-384247701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92247B3-96EB-A4D8-24A8-01BD87CFB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895F9F3-D4D1-08BE-888D-B26D65CF5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E93A7FE-DCD2-CF9B-9A48-17D463458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D5A6B7A-2C39-4775-DF67-CA64BF2C4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0CE99-DF5B-42A6-B376-9CFA9651E2BA}" type="datetimeFigureOut">
              <a:rPr lang="fr-MR" smtClean="0"/>
              <a:t>06/06/2026</a:t>
            </a:fld>
            <a:endParaRPr lang="fr-M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F474D15-5ED5-A76B-83D8-49A88551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5AF7DD6-4CBB-0A62-73AE-57CEEE0A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6783-4F1C-42C6-873F-93BA5B0D8377}" type="slidenum">
              <a:rPr lang="fr-MR" smtClean="0"/>
              <a:t>‹N°›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487327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DF425F-1EF3-48ED-52B6-EB136734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0636D9C-B883-8F94-6FB0-C5423ED0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0CE99-DF5B-42A6-B376-9CFA9651E2BA}" type="datetimeFigureOut">
              <a:rPr lang="fr-MR" smtClean="0"/>
              <a:t>06/06/2026</a:t>
            </a:fld>
            <a:endParaRPr lang="fr-M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A5043C3-1B8A-FC82-95ED-0B2348AE4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5160BB5-CB98-D4DB-7666-E154C0D16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6783-4F1C-42C6-873F-93BA5B0D8377}" type="slidenum">
              <a:rPr lang="fr-MR" smtClean="0"/>
              <a:t>‹N°›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3371068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8E300E-B134-6E6E-D6BC-783DD7E2F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0CE99-DF5B-42A6-B376-9CFA9651E2BA}" type="datetimeFigureOut">
              <a:rPr lang="fr-MR" smtClean="0"/>
              <a:t>06/06/2026</a:t>
            </a:fld>
            <a:endParaRPr lang="fr-M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4E07F99-1FF5-7B2F-D0A3-754D0FEF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8E5820-DC60-9B83-02F1-FA5733013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6783-4F1C-42C6-873F-93BA5B0D8377}" type="slidenum">
              <a:rPr lang="fr-MR" smtClean="0"/>
              <a:t>‹N°›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1258471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7C013C-F4DB-5F1A-3D18-EE659852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C9CBB7-B5E8-C2C8-76E7-DB6F12C93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CD9C020-FB52-FFA2-A300-EA41A0E05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531C68-AA41-2CEC-02EA-92B0A981F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0CE99-DF5B-42A6-B376-9CFA9651E2BA}" type="datetimeFigureOut">
              <a:rPr lang="fr-MR" smtClean="0"/>
              <a:t>06/06/2026</a:t>
            </a:fld>
            <a:endParaRPr lang="fr-M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542E3D-E931-B66A-B7BC-1E5250BDF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F4A363-4668-9D31-F47F-CCD6E595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6783-4F1C-42C6-873F-93BA5B0D8377}" type="slidenum">
              <a:rPr lang="fr-MR" smtClean="0"/>
              <a:t>‹N°›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1953321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6FFAA3-11A5-C134-1A5A-0729A836C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E802501-2266-410D-DDCC-5BFAB99485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E4A59F-979A-ECAE-9FA0-06DE0EE19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800CB4C-912D-7905-C018-396724818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0CE99-DF5B-42A6-B376-9CFA9651E2BA}" type="datetimeFigureOut">
              <a:rPr lang="fr-MR" smtClean="0"/>
              <a:t>06/06/2026</a:t>
            </a:fld>
            <a:endParaRPr lang="fr-M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2503B5-9D70-F98F-596D-99FF6692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2FE7B2C-53C4-BC00-494F-C429C1E4F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6783-4F1C-42C6-873F-93BA5B0D8377}" type="slidenum">
              <a:rPr lang="fr-MR" smtClean="0"/>
              <a:t>‹N°›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4191662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0C5D6F-90A0-3F1B-FF83-8FFE58C88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E40CE1-8565-75AE-9342-B783F051E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CDA79A-177A-47D2-87BD-C3FD247D5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0CE99-DF5B-42A6-B376-9CFA9651E2BA}" type="datetimeFigureOut">
              <a:rPr lang="fr-MR" smtClean="0"/>
              <a:t>06/06/2026</a:t>
            </a:fld>
            <a:endParaRPr lang="fr-M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347BFF-8DC1-DD07-2EA3-00E64E7EF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FD1977-74CF-3E0B-F70D-AAD51E1ED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6783-4F1C-42C6-873F-93BA5B0D8377}" type="slidenum">
              <a:rPr lang="fr-MR" smtClean="0"/>
              <a:t>‹N°›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1548813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B709AA5-D2B3-ECB3-9345-416ACB5438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934D735-5AD7-0BE8-12A0-EE79C2A62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1F21B9-D41C-9B2E-D9A0-5BDB6D2C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0CE99-DF5B-42A6-B376-9CFA9651E2BA}" type="datetimeFigureOut">
              <a:rPr lang="fr-MR" smtClean="0"/>
              <a:t>06/06/2026</a:t>
            </a:fld>
            <a:endParaRPr lang="fr-M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F613FD-F8A0-2171-9416-1C8171D66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0EDDA9-C897-189C-13EB-31636E57D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96783-4F1C-42C6-873F-93BA5B0D8377}" type="slidenum">
              <a:rPr lang="fr-MR" smtClean="0"/>
              <a:t>‹N°›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69215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42E6382-4B12-A696-B3EE-931825839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DDCCF2-0FEB-278D-BDD3-F21707B22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5C7B45-DD2F-4283-2182-B0B1159648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0CE99-DF5B-42A6-B376-9CFA9651E2BA}" type="datetimeFigureOut">
              <a:rPr lang="fr-MR" smtClean="0"/>
              <a:t>06/06/2026</a:t>
            </a:fld>
            <a:endParaRPr lang="fr-M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B346F6-DC04-E5D4-5014-9DA703989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A64D8B-8139-A3B2-95B0-5EBCA623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96783-4F1C-42C6-873F-93BA5B0D8377}" type="slidenum">
              <a:rPr lang="fr-MR" smtClean="0"/>
              <a:t>‹N°›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1769149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016F1B-6764-D9D2-3538-9C39A774FA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Mini projet</a:t>
            </a:r>
            <a:endParaRPr lang="fr-M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7A9D112-7DBC-D747-06C7-674E29C5B6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MR" dirty="0"/>
          </a:p>
          <a:p>
            <a:r>
              <a:rPr lang="fr-FR" dirty="0"/>
              <a:t> </a:t>
            </a:r>
            <a:r>
              <a:rPr lang="fr-FR" b="1" dirty="0"/>
              <a:t>Titre : </a:t>
            </a:r>
            <a:r>
              <a:rPr lang="fr-FR" dirty="0"/>
              <a:t>Intégration de l’Intelligence Artificielle pour l’Évaluation et la Prédiction des Performances Financières des PME en Mauritanie </a:t>
            </a:r>
            <a:endParaRPr lang="fr-MR" dirty="0"/>
          </a:p>
        </p:txBody>
      </p:sp>
    </p:spTree>
    <p:extLst>
      <p:ext uri="{BB962C8B-B14F-4D97-AF65-F5344CB8AC3E}">
        <p14:creationId xmlns:p14="http://schemas.microsoft.com/office/powerpoint/2010/main" val="2988934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D2948-C436-1D94-3DFE-976799F29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</a:t>
            </a:r>
            <a:endParaRPr lang="fr-M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96833C-B898-76FD-583C-95BD8527B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Dossier code</a:t>
            </a:r>
          </a:p>
          <a:p>
            <a:r>
              <a:rPr lang="fr-FR" dirty="0"/>
              <a:t>Dossier Data</a:t>
            </a:r>
          </a:p>
          <a:p>
            <a:r>
              <a:rPr lang="fr-FR" dirty="0"/>
              <a:t>Dossier Notebook</a:t>
            </a:r>
          </a:p>
          <a:p>
            <a:r>
              <a:rPr lang="fr-FR" dirty="0"/>
              <a:t>Dossier Notebooks</a:t>
            </a:r>
          </a:p>
          <a:p>
            <a:endParaRPr lang="fr-FR" dirty="0"/>
          </a:p>
          <a:p>
            <a:endParaRPr lang="fr-MR" dirty="0"/>
          </a:p>
        </p:txBody>
      </p:sp>
    </p:spTree>
    <p:extLst>
      <p:ext uri="{BB962C8B-B14F-4D97-AF65-F5344CB8AC3E}">
        <p14:creationId xmlns:p14="http://schemas.microsoft.com/office/powerpoint/2010/main" val="2257166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559B2C-CBFC-6597-C071-CCC6B3F3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</a:t>
            </a:r>
            <a:endParaRPr lang="fr-M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F1F891-415F-4E86-451A-83E19F789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Contiens les scripts </a:t>
            </a:r>
          </a:p>
          <a:p>
            <a:r>
              <a:rPr lang="fr-FR" dirty="0"/>
              <a:t>Exercices sur plusieurs bibliothèques NYMPY / </a:t>
            </a:r>
            <a:r>
              <a:rPr lang="fr-FR" dirty="0" err="1"/>
              <a:t>Glob</a:t>
            </a:r>
            <a:r>
              <a:rPr lang="fr-FR" dirty="0"/>
              <a:t> / os /</a:t>
            </a:r>
            <a:r>
              <a:rPr lang="fr-FR" dirty="0" err="1"/>
              <a:t>random</a:t>
            </a:r>
            <a:r>
              <a:rPr lang="fr-FR" dirty="0"/>
              <a:t>/ Math </a:t>
            </a:r>
          </a:p>
          <a:p>
            <a:pPr marL="0" indent="0">
              <a:buNone/>
            </a:pPr>
            <a:r>
              <a:rPr lang="fr-FR" dirty="0"/>
              <a:t>Pra.py</a:t>
            </a:r>
          </a:p>
          <a:p>
            <a:r>
              <a:rPr lang="fr-FR" dirty="0"/>
              <a:t>50 questions pandas</a:t>
            </a:r>
          </a:p>
          <a:p>
            <a:r>
              <a:rPr lang="fr-FR" dirty="0"/>
              <a:t>Les modèles utilisés par le prototype :</a:t>
            </a:r>
          </a:p>
          <a:p>
            <a:pPr marL="0" lvl="0" indent="0">
              <a:buNone/>
            </a:pPr>
            <a:r>
              <a:rPr lang="fr-FR" dirty="0"/>
              <a:t>Méthodes de prédiction : plusieurs modèles sont testés, notamment des régressions de machine </a:t>
            </a:r>
            <a:r>
              <a:rPr lang="fr-FR" dirty="0" err="1"/>
              <a:t>learning</a:t>
            </a:r>
            <a:r>
              <a:rPr lang="fr-FR" dirty="0"/>
              <a:t> ML / réseaux de neurones (FNN) et des modèles bayésiens (BN) pour prédire différents indicateurs financiers.</a:t>
            </a:r>
          </a:p>
          <a:p>
            <a:pPr marL="0" indent="0">
              <a:buNone/>
            </a:pPr>
            <a:endParaRPr lang="fr-M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    </a:t>
            </a:r>
            <a:endParaRPr lang="fr-MR" dirty="0"/>
          </a:p>
        </p:txBody>
      </p:sp>
    </p:spTree>
    <p:extLst>
      <p:ext uri="{BB962C8B-B14F-4D97-AF65-F5344CB8AC3E}">
        <p14:creationId xmlns:p14="http://schemas.microsoft.com/office/powerpoint/2010/main" val="3888611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DBE0CD-8749-2381-43C8-7DAF7131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</a:t>
            </a:r>
            <a:endParaRPr lang="fr-M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5244EA-5579-E9B7-54FD-1D67198B1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ensmod.py : modèle ensemble</a:t>
            </a:r>
          </a:p>
          <a:p>
            <a:r>
              <a:rPr lang="fr-FR" dirty="0"/>
              <a:t>fnn.py : réseaux de neurones FNN et réseaux bayésiens. </a:t>
            </a:r>
          </a:p>
          <a:p>
            <a:r>
              <a:rPr lang="fr-FR" dirty="0"/>
              <a:t>ml.linraire.py : régressions ML (linéaire, Lasso, </a:t>
            </a:r>
            <a:r>
              <a:rPr lang="fr-FR" dirty="0" err="1"/>
              <a:t>Elastic</a:t>
            </a:r>
            <a:r>
              <a:rPr lang="fr-FR" dirty="0"/>
              <a:t> Net, KNN, CART, SVR)</a:t>
            </a:r>
          </a:p>
          <a:p>
            <a:r>
              <a:rPr lang="fr-FR" dirty="0"/>
              <a:t>script.py : collecte de données et ML linéaire</a:t>
            </a:r>
          </a:p>
          <a:p>
            <a:r>
              <a:rPr lang="fr-FR" dirty="0"/>
              <a:t>Script_mb.py : réseaux bayésiens. </a:t>
            </a:r>
          </a:p>
          <a:p>
            <a:r>
              <a:rPr lang="fr-FR" dirty="0"/>
              <a:t>Script_ml.py : régressions ML (linéaire, Lasso, </a:t>
            </a:r>
            <a:r>
              <a:rPr lang="fr-FR" dirty="0" err="1"/>
              <a:t>Elastic</a:t>
            </a:r>
            <a:r>
              <a:rPr lang="fr-FR" dirty="0"/>
              <a:t> Net, KNN, CART, SVR)</a:t>
            </a:r>
          </a:p>
          <a:p>
            <a:r>
              <a:rPr lang="fr-FR" dirty="0"/>
              <a:t>Script_rb_t.py : Script Hybride Réseau Bayésien</a:t>
            </a:r>
          </a:p>
          <a:p>
            <a:endParaRPr lang="fr-FR" dirty="0"/>
          </a:p>
          <a:p>
            <a:endParaRPr lang="fr-MR" dirty="0"/>
          </a:p>
        </p:txBody>
      </p:sp>
    </p:spTree>
    <p:extLst>
      <p:ext uri="{BB962C8B-B14F-4D97-AF65-F5344CB8AC3E}">
        <p14:creationId xmlns:p14="http://schemas.microsoft.com/office/powerpoint/2010/main" val="1558675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F8228D-7054-C78A-B6E5-AC29F970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</a:t>
            </a:r>
            <a:endParaRPr lang="fr-M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C92DCE-E705-E13F-48B7-39FCA653D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DATASET de </a:t>
            </a:r>
            <a:r>
              <a:rPr lang="fr-FR" dirty="0" err="1"/>
              <a:t>kaggel</a:t>
            </a:r>
            <a:r>
              <a:rPr lang="fr-FR" dirty="0"/>
              <a:t> pour trouver le même résultat que l’article référence</a:t>
            </a:r>
            <a:endParaRPr lang="fr-MR" dirty="0"/>
          </a:p>
        </p:txBody>
      </p:sp>
    </p:spTree>
    <p:extLst>
      <p:ext uri="{BB962C8B-B14F-4D97-AF65-F5344CB8AC3E}">
        <p14:creationId xmlns:p14="http://schemas.microsoft.com/office/powerpoint/2010/main" val="3842328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F86D89-DE42-672D-0B9B-DDDA598D4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notebook</a:t>
            </a:r>
            <a:endParaRPr lang="fr-M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812973-F734-75CF-F4C2-B666F97D6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Méthodologie et méthodologie1: Contient le code et le résultat visualiser </a:t>
            </a:r>
            <a:endParaRPr lang="fr-MR" dirty="0"/>
          </a:p>
        </p:txBody>
      </p:sp>
    </p:spTree>
    <p:extLst>
      <p:ext uri="{BB962C8B-B14F-4D97-AF65-F5344CB8AC3E}">
        <p14:creationId xmlns:p14="http://schemas.microsoft.com/office/powerpoint/2010/main" val="2703631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97D39-D43A-620E-663D-C344CBC3D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notebooks</a:t>
            </a:r>
            <a:endParaRPr lang="fr-M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60B445-7C1B-882C-B419-F653E77A7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Article référence </a:t>
            </a:r>
          </a:p>
          <a:p>
            <a:r>
              <a:rPr lang="fr-FR" dirty="0"/>
              <a:t>Des images de résultats </a:t>
            </a:r>
            <a:endParaRPr lang="fr-MR" dirty="0"/>
          </a:p>
        </p:txBody>
      </p:sp>
    </p:spTree>
    <p:extLst>
      <p:ext uri="{BB962C8B-B14F-4D97-AF65-F5344CB8AC3E}">
        <p14:creationId xmlns:p14="http://schemas.microsoft.com/office/powerpoint/2010/main" val="21507464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222</Words>
  <Application>Microsoft Office PowerPoint</Application>
  <PresentationFormat>Grand écran</PresentationFormat>
  <Paragraphs>33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Thème Office</vt:lpstr>
      <vt:lpstr>Mini projet</vt:lpstr>
      <vt:lpstr>PLAN</vt:lpstr>
      <vt:lpstr>code</vt:lpstr>
      <vt:lpstr>code</vt:lpstr>
      <vt:lpstr>Data</vt:lpstr>
      <vt:lpstr>notebook</vt:lpstr>
      <vt:lpstr>notebooks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</cp:revision>
  <dcterms:created xsi:type="dcterms:W3CDTF">2026-06-06T09:59:41Z</dcterms:created>
  <dcterms:modified xsi:type="dcterms:W3CDTF">2026-06-06T12:07:34Z</dcterms:modified>
</cp:coreProperties>
</file>